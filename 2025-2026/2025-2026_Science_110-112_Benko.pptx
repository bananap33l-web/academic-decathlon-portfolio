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ca38fdc0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ca38fdc0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77948" y="241790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600" u="sng"/>
              <a:t>LEDs and Solar Power - Relativity (110-112)</a:t>
            </a:r>
            <a:endParaRPr b="1" i="1" sz="86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35594" y="41815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LEDs</a:t>
            </a:r>
            <a:endParaRPr b="1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Incandescent mostly emits heat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diode only lets current flow in 1 direction</a:t>
            </a:r>
            <a:r>
              <a:rPr lang="en" sz="2000"/>
              <a:t>(AC→DC)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Light emitting diode(LED)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Uses 2 semiconductors (bad conductors that get better together) &amp; ext. voltage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Electrons move to outer shell(just emits light)(depends on materials)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red→green → blue LEDs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Way more efficient than incandescent</a:t>
            </a:r>
            <a:endParaRPr sz="2000"/>
          </a:p>
        </p:txBody>
      </p:sp>
      <p:pic>
        <p:nvPicPr>
          <p:cNvPr descr="What is Light Emitting Diode (LED)? Working Principle, Circuit Diagram,  Construction, Symbol, Applications &amp; Characteristics - Electrical and  Electronics Blog" id="97" name="Google Shape;97;p14"/>
          <p:cNvPicPr preferRelativeResize="0"/>
          <p:nvPr/>
        </p:nvPicPr>
        <p:blipFill rotWithShape="1">
          <a:blip r:embed="rId3">
            <a:alphaModFix/>
          </a:blip>
          <a:srcRect b="11816" l="0" r="0" t="0"/>
          <a:stretch/>
        </p:blipFill>
        <p:spPr>
          <a:xfrm>
            <a:off x="6628350" y="0"/>
            <a:ext cx="1830325" cy="183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title="Screenshot_2025-10-24_10.18.04_AM-removebg-preview.png"/>
          <p:cNvPicPr preferRelativeResize="0"/>
          <p:nvPr/>
        </p:nvPicPr>
        <p:blipFill rotWithShape="1">
          <a:blip r:embed="rId4">
            <a:alphaModFix/>
          </a:blip>
          <a:srcRect b="0" l="5908" r="0" t="0"/>
          <a:stretch/>
        </p:blipFill>
        <p:spPr>
          <a:xfrm>
            <a:off x="5286494" y="2863550"/>
            <a:ext cx="3857505" cy="22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3635675" y="818400"/>
            <a:ext cx="3620775" cy="1076325"/>
          </a:xfrm>
          <a:custGeom>
            <a:rect b="b" l="l" r="r" t="t"/>
            <a:pathLst>
              <a:path extrusionOk="0" h="43053" w="144831">
                <a:moveTo>
                  <a:pt x="0" y="43053"/>
                </a:moveTo>
                <a:cubicBezTo>
                  <a:pt x="35004" y="27139"/>
                  <a:pt x="77378" y="41060"/>
                  <a:pt x="114873" y="32537"/>
                </a:cubicBezTo>
                <a:cubicBezTo>
                  <a:pt x="124633" y="30318"/>
                  <a:pt x="127912" y="17330"/>
                  <a:pt x="133919" y="9325"/>
                </a:cubicBezTo>
                <a:cubicBezTo>
                  <a:pt x="136791" y="5498"/>
                  <a:pt x="143672" y="4642"/>
                  <a:pt x="144831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00" name="Google Shape;100;p14"/>
          <p:cNvSpPr/>
          <p:nvPr/>
        </p:nvSpPr>
        <p:spPr>
          <a:xfrm>
            <a:off x="7157250" y="610075"/>
            <a:ext cx="322500" cy="193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Solar Power</a:t>
            </a:r>
            <a:endParaRPr b="1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Semiconductors absorb light, electrons move to conducting shell, current flows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Same things for IR in </a:t>
            </a:r>
            <a:r>
              <a:rPr lang="en" sz="2000"/>
              <a:t>burglar</a:t>
            </a:r>
            <a:r>
              <a:rPr lang="en" sz="2000"/>
              <a:t> alarms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More use of solar </a:t>
            </a:r>
            <a:r>
              <a:rPr lang="en" sz="2000"/>
              <a:t>panels</a:t>
            </a:r>
            <a:r>
              <a:rPr lang="en" sz="2000"/>
              <a:t> &amp; cheaper(could take over energy in 20230s)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Most </a:t>
            </a:r>
            <a:r>
              <a:rPr lang="en" sz="2000"/>
              <a:t>satellites</a:t>
            </a:r>
            <a:r>
              <a:rPr lang="en" sz="2000"/>
              <a:t> are somewhat solar powered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For now we use chemical rockets to go way far from earth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Maybe </a:t>
            </a:r>
            <a:r>
              <a:rPr lang="en" sz="2000"/>
              <a:t>lightsail</a:t>
            </a:r>
            <a:r>
              <a:rPr lang="en" sz="2000"/>
              <a:t>[catches sunlight to slowly move]</a:t>
            </a:r>
            <a:endParaRPr sz="2000"/>
          </a:p>
        </p:txBody>
      </p:sp>
      <p:pic>
        <p:nvPicPr>
          <p:cNvPr id="107" name="Google Shape;107;p15" title="Screenshot 2025-10-24 10.35.2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4700" y="3254265"/>
            <a:ext cx="2779200" cy="188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title="Screenshot 2025-10-24 10.39.11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98775"/>
            <a:ext cx="2779200" cy="18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100"/>
              <a:t>Thank You!</a:t>
            </a:r>
            <a:endParaRPr b="1" i="1" sz="15100"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 b="4320" l="0" r="0" t="4329"/>
          <a:stretch/>
        </p:blipFill>
        <p:spPr>
          <a:xfrm>
            <a:off x="4682516" y="1052700"/>
            <a:ext cx="4478354" cy="40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DADDEB"/>
      </a:dk1>
      <a:lt1>
        <a:srgbClr val="FFFFFF"/>
      </a:lt1>
      <a:dk2>
        <a:srgbClr val="3F3F3F"/>
      </a:dk2>
      <a:lt2>
        <a:srgbClr val="FFFFFF"/>
      </a:lt2>
      <a:accent1>
        <a:srgbClr val="5ACFFA"/>
      </a:accent1>
      <a:accent2>
        <a:srgbClr val="F5ABBA"/>
      </a:accent2>
      <a:accent3>
        <a:srgbClr val="FFFFFF"/>
      </a:accent3>
      <a:accent4>
        <a:srgbClr val="FDD4DC"/>
      </a:accent4>
      <a:accent5>
        <a:srgbClr val="65CCF6"/>
      </a:accent5>
      <a:accent6>
        <a:srgbClr val="B5E6FB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