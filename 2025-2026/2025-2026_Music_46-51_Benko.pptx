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8311f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8311f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c7a37ffc7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c7a37ffc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7a37ffc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c7a37ffc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c7a37ffc7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c7a37ffc7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7a37ffc7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7a37ffc7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2a9b66d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2a9b66d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PwpriGltf9g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04325" y="-312125"/>
            <a:ext cx="8616000" cy="4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7600" u="sng"/>
              <a:t>Jazz + Blues - Jazz Thrives in Chicago (46-51)</a:t>
            </a:r>
            <a:endParaRPr b="1" i="1" sz="7600" u="sng"/>
          </a:p>
        </p:txBody>
      </p:sp>
      <p:grpSp>
        <p:nvGrpSpPr>
          <p:cNvPr id="86" name="Google Shape;86;p13"/>
          <p:cNvGrpSpPr/>
          <p:nvPr/>
        </p:nvGrpSpPr>
        <p:grpSpPr>
          <a:xfrm>
            <a:off x="7375921" y="437997"/>
            <a:ext cx="783162" cy="592287"/>
            <a:chOff x="999536" y="3806450"/>
            <a:chExt cx="385092" cy="340219"/>
          </a:xfrm>
        </p:grpSpPr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391388" y="47263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By: Matija Benko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0" y="1017800"/>
            <a:ext cx="8832300" cy="3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Jazz is broad &amp; has lots of styles(most accessible being early styles)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“New Orleans jazz,” “Dixieland,” &amp; “Chicago jazz”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Sidney Story shoved </a:t>
            </a:r>
            <a:r>
              <a:rPr lang="en" sz="2000"/>
              <a:t>prostitution to one part of NO in </a:t>
            </a:r>
            <a:r>
              <a:rPr lang="en" sz="2000"/>
              <a:t>1897(“Storyville”)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Music used as bait(competition with each other)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Solo pianists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Cornet, </a:t>
            </a:r>
            <a:r>
              <a:rPr lang="en" sz="2000"/>
              <a:t>trombone, </a:t>
            </a:r>
            <a:r>
              <a:rPr lang="en" sz="2000"/>
              <a:t>clarinet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piano/banjo/guitar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        /tuba &amp; drums</a:t>
            </a:r>
            <a:endParaRPr sz="2000"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JAZZ + BLUES &amp; The Cradle of Jazz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6350" y="2657650"/>
            <a:ext cx="1365375" cy="1668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descr="Bass PNG, Vector, PSD, and Clipart With Transparent Background for Free  Download | Pngtree"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503544">
            <a:off x="949231" y="3452542"/>
            <a:ext cx="553028" cy="55301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0" y="1017800"/>
            <a:ext cx="9144000" cy="3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ragtime foundation, faster, swung rhythms, more improv, pianists &amp; combos played dissonances, &amp; call-and-response techniques/collective improvisation(terraced percussion from Latin America &amp; Africa)[New Orleans]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White music nerds, less improv[Dixieland]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Original Dixieland Jazz Band made first “jazz” recording(“Livery Stable Blues”) in 1917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1917, WWI Newton W.Baker wanted Storyville to close bc wants soldiers to be squeaky clean(shut down a lot of activity there and sucked for musicians’ businesses)</a:t>
            </a:r>
            <a:endParaRPr sz="2000"/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A Recipe for Jazz &amp; The End of Storyville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1532698" y="2122204"/>
            <a:ext cx="394721" cy="394721"/>
            <a:chOff x="5633391" y="3495041"/>
            <a:chExt cx="855300" cy="855300"/>
          </a:xfrm>
        </p:grpSpPr>
        <p:pic>
          <p:nvPicPr>
            <p:cNvPr descr="🤓 Nerd Face Emoji: Meaning &amp; Usage" id="106" name="Google Shape;10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19375" y="3681025"/>
              <a:ext cx="473150" cy="47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5"/>
            <p:cNvSpPr/>
            <p:nvPr/>
          </p:nvSpPr>
          <p:spPr>
            <a:xfrm>
              <a:off x="5633391" y="3495041"/>
              <a:ext cx="855300" cy="855300"/>
            </a:xfrm>
            <a:prstGeom prst="noSmoking">
              <a:avLst>
                <a:gd fmla="val 15789" name="adj"/>
              </a:avLst>
            </a:prstGeom>
            <a:solidFill>
              <a:schemeClr val="dk1"/>
            </a:solidFill>
            <a:ln cap="flat" cmpd="sng" w="43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200" lIns="42200" spcFirstLastPara="1" rIns="42200" wrap="square" tIns="42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4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0" y="1017800"/>
            <a:ext cx="9144000" cy="3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Traveling north &amp; lost NO features[Chicago Jazz]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More	iness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longer solos(smaller collective improv)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Joe “King” Oliver(1881–1938), a cornet player, started in NO, &amp; organized King Oliver’s Creole Jazz Band (featured other NO OGs)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Inconvenient studio far from Chicago(couldn’t stay)</a:t>
            </a:r>
            <a:endParaRPr sz="2000"/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Heading North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🤓 Nerd Face Emoji: Meaning &amp; Usage"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004" y="1530911"/>
            <a:ext cx="218359" cy="218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net - Wikipedia" id="115" name="Google Shape;115;p16"/>
          <p:cNvPicPr preferRelativeResize="0"/>
          <p:nvPr/>
        </p:nvPicPr>
        <p:blipFill rotWithShape="1">
          <a:blip r:embed="rId4">
            <a:alphaModFix/>
          </a:blip>
          <a:srcRect b="15218" l="5718" r="4932" t="15225"/>
          <a:stretch/>
        </p:blipFill>
        <p:spPr>
          <a:xfrm>
            <a:off x="4215600" y="2143286"/>
            <a:ext cx="735243" cy="39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title="Screenshot 2025-09-07 at 8.43.5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4501" y="86551"/>
            <a:ext cx="1586855" cy="20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0" y="1017800"/>
            <a:ext cx="9144000" cy="3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Oliver(6&amp;7) &amp; Louis Armstrong(5) - cornet, Honoré Dutry - trombone, Johnny Dodds - clarinet, Warren Dodds - drums, Bill Johnson - banjo, &amp; Lillian Hardin - piano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NO(1, 2, 5, 8, &amp; 9) &amp; Chicago(Choruses 3, 4, 6, &amp; 7)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homophony; stop-time; twelve-bar blues; collective-improv ending; swing </a:t>
            </a:r>
            <a:r>
              <a:rPr lang="en" sz="2000"/>
              <a:t>rhythm</a:t>
            </a:r>
            <a:r>
              <a:rPr lang="en" sz="2000"/>
              <a:t>; wah-wah mute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icon of early jazz &amp; reference to later Jazz musicians</a:t>
            </a:r>
            <a:endParaRPr sz="2000"/>
          </a:p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0" y="-15269"/>
            <a:ext cx="91440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LISTENING COMPANION 2: “Dippermouth Blues” (1923) –Joe “King” Oliver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3" name="Google Shape;123;p17" title="Screenshot 2025-09-07 at 9.16.50 PM.png"/>
          <p:cNvPicPr preferRelativeResize="0"/>
          <p:nvPr/>
        </p:nvPicPr>
        <p:blipFill rotWithShape="1">
          <a:blip r:embed="rId3">
            <a:alphaModFix/>
          </a:blip>
          <a:srcRect b="0" l="0" r="0" t="26057"/>
          <a:stretch/>
        </p:blipFill>
        <p:spPr>
          <a:xfrm>
            <a:off x="1518950" y="3681075"/>
            <a:ext cx="6019249" cy="14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ing Oliver's Creole Jazz Band - Dipper Mouth Blues&#10;Grabado en  Richmond, Indiana el 6 de Abril de 1923 &#10;&#10;&quot;Oliver, Joe &quot;King&quot; (Cornet, Leader) &#10;Armstrong, Louis (Cornet) &#10;Dutrey, Honore (Trombone) &#10;Dodds, Johnny (Clarinet) &#10;Hardin, Lil (Piano, Arranger) &#10;Scott, Bud (Banjo) &#10;Dodds, Baby (Drums) &#10;Johnson, Bill (Vocals on Dipper Mouth Blues?)&quot;&#10;&#10;http://michaelminn.net/armstrong/index.php?section1" id="128" name="Google Shape;128;p18" title="King Oliver's Creole Jazz Band - Dipper Mouth Blues (1923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69225"/>
            <a:ext cx="4572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Screenshot 2025-09-07 at 9.08.5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" y="1216825"/>
            <a:ext cx="4571999" cy="291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descr="a close up of a red parrot with a yellow beak looking at the camera"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650" y="2290700"/>
            <a:ext cx="2852726" cy="26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DB353F"/>
      </a:dk1>
      <a:lt1>
        <a:srgbClr val="FFFFFF"/>
      </a:lt1>
      <a:dk2>
        <a:srgbClr val="434343"/>
      </a:dk2>
      <a:lt2>
        <a:srgbClr val="999999"/>
      </a:lt2>
      <a:accent1>
        <a:srgbClr val="DB6235"/>
      </a:accent1>
      <a:accent2>
        <a:srgbClr val="C35C65"/>
      </a:accent2>
      <a:accent3>
        <a:srgbClr val="EE9C40"/>
      </a:accent3>
      <a:accent4>
        <a:srgbClr val="AE1918"/>
      </a:accent4>
      <a:accent5>
        <a:srgbClr val="817986"/>
      </a:accent5>
      <a:accent6>
        <a:srgbClr val="DB5738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