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oboto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Roboto-italic.fntdata"/><Relationship Id="rId10" Type="http://schemas.openxmlformats.org/officeDocument/2006/relationships/font" Target="fonts/Roboto-bold.fntdata"/><Relationship Id="rId12" Type="http://schemas.openxmlformats.org/officeDocument/2006/relationships/font" Target="fonts/Roboto-boldItalic.fntdata"/><Relationship Id="rId9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78311f7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78311f7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2a9b66dc6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2a9b66dc6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3.jpg"/><Relationship Id="rId5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177948" y="241790"/>
            <a:ext cx="8616000" cy="465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300" u="sng"/>
              <a:t>Electricity is Life - Ohm’s Law (41-43)</a:t>
            </a:r>
            <a:endParaRPr b="1" i="1" sz="9300" u="sng"/>
          </a:p>
        </p:txBody>
      </p:sp>
      <p:grpSp>
        <p:nvGrpSpPr>
          <p:cNvPr id="86" name="Google Shape;86;p13"/>
          <p:cNvGrpSpPr/>
          <p:nvPr/>
        </p:nvGrpSpPr>
        <p:grpSpPr>
          <a:xfrm>
            <a:off x="7335594" y="418157"/>
            <a:ext cx="783162" cy="592287"/>
            <a:chOff x="999536" y="3806450"/>
            <a:chExt cx="385092" cy="340219"/>
          </a:xfrm>
        </p:grpSpPr>
        <p:sp>
          <p:nvSpPr>
            <p:cNvPr id="87" name="Google Shape;87;p13"/>
            <p:cNvSpPr/>
            <p:nvPr/>
          </p:nvSpPr>
          <p:spPr>
            <a:xfrm>
              <a:off x="999548" y="3806450"/>
              <a:ext cx="254100" cy="339775"/>
            </a:xfrm>
            <a:custGeom>
              <a:rect b="b" l="l" r="r" t="t"/>
              <a:pathLst>
                <a:path extrusionOk="0" h="13591" w="10164">
                  <a:moveTo>
                    <a:pt x="7563" y="2032"/>
                  </a:moveTo>
                  <a:cubicBezTo>
                    <a:pt x="7853" y="2032"/>
                    <a:pt x="8131" y="2256"/>
                    <a:pt x="8131" y="2596"/>
                  </a:cubicBezTo>
                  <a:cubicBezTo>
                    <a:pt x="8131" y="2937"/>
                    <a:pt x="7852" y="3163"/>
                    <a:pt x="7562" y="3163"/>
                  </a:cubicBezTo>
                  <a:cubicBezTo>
                    <a:pt x="7423" y="3163"/>
                    <a:pt x="7282" y="3111"/>
                    <a:pt x="7168" y="2997"/>
                  </a:cubicBezTo>
                  <a:cubicBezTo>
                    <a:pt x="6945" y="2777"/>
                    <a:pt x="6945" y="2418"/>
                    <a:pt x="7168" y="2199"/>
                  </a:cubicBezTo>
                  <a:cubicBezTo>
                    <a:pt x="7283" y="2083"/>
                    <a:pt x="7425" y="2032"/>
                    <a:pt x="7563" y="2032"/>
                  </a:cubicBezTo>
                  <a:close/>
                  <a:moveTo>
                    <a:pt x="7339" y="0"/>
                  </a:moveTo>
                  <a:cubicBezTo>
                    <a:pt x="5412" y="0"/>
                    <a:pt x="3759" y="1087"/>
                    <a:pt x="2901" y="2668"/>
                  </a:cubicBezTo>
                  <a:cubicBezTo>
                    <a:pt x="2852" y="2674"/>
                    <a:pt x="2804" y="2686"/>
                    <a:pt x="2762" y="2704"/>
                  </a:cubicBezTo>
                  <a:cubicBezTo>
                    <a:pt x="2602" y="2782"/>
                    <a:pt x="2431" y="2819"/>
                    <a:pt x="2260" y="2819"/>
                  </a:cubicBezTo>
                  <a:cubicBezTo>
                    <a:pt x="1967" y="2819"/>
                    <a:pt x="1678" y="2707"/>
                    <a:pt x="1458" y="2494"/>
                  </a:cubicBezTo>
                  <a:cubicBezTo>
                    <a:pt x="1247" y="2280"/>
                    <a:pt x="1127" y="1994"/>
                    <a:pt x="1130" y="1696"/>
                  </a:cubicBezTo>
                  <a:cubicBezTo>
                    <a:pt x="1130" y="1395"/>
                    <a:pt x="1247" y="1178"/>
                    <a:pt x="1458" y="964"/>
                  </a:cubicBezTo>
                  <a:cubicBezTo>
                    <a:pt x="1681" y="744"/>
                    <a:pt x="1681" y="386"/>
                    <a:pt x="1458" y="166"/>
                  </a:cubicBezTo>
                  <a:cubicBezTo>
                    <a:pt x="1348" y="56"/>
                    <a:pt x="1204" y="1"/>
                    <a:pt x="1059" y="1"/>
                  </a:cubicBezTo>
                  <a:cubicBezTo>
                    <a:pt x="915" y="1"/>
                    <a:pt x="770" y="56"/>
                    <a:pt x="660" y="166"/>
                  </a:cubicBezTo>
                  <a:cubicBezTo>
                    <a:pt x="236" y="594"/>
                    <a:pt x="1" y="1093"/>
                    <a:pt x="1" y="1696"/>
                  </a:cubicBezTo>
                  <a:cubicBezTo>
                    <a:pt x="1" y="2942"/>
                    <a:pt x="1010" y="3954"/>
                    <a:pt x="2259" y="3954"/>
                  </a:cubicBezTo>
                  <a:cubicBezTo>
                    <a:pt x="2307" y="3954"/>
                    <a:pt x="2353" y="3939"/>
                    <a:pt x="2401" y="3936"/>
                  </a:cubicBezTo>
                  <a:lnTo>
                    <a:pt x="2401" y="3936"/>
                  </a:lnTo>
                  <a:cubicBezTo>
                    <a:pt x="2319" y="4282"/>
                    <a:pt x="2274" y="4635"/>
                    <a:pt x="2265" y="4990"/>
                  </a:cubicBezTo>
                  <a:cubicBezTo>
                    <a:pt x="2976" y="4680"/>
                    <a:pt x="3741" y="4517"/>
                    <a:pt x="4518" y="4517"/>
                  </a:cubicBezTo>
                  <a:lnTo>
                    <a:pt x="5081" y="4517"/>
                  </a:lnTo>
                  <a:cubicBezTo>
                    <a:pt x="6017" y="4517"/>
                    <a:pt x="6773" y="5276"/>
                    <a:pt x="6776" y="6213"/>
                  </a:cubicBezTo>
                  <a:lnTo>
                    <a:pt x="6776" y="9073"/>
                  </a:lnTo>
                  <a:cubicBezTo>
                    <a:pt x="6776" y="10925"/>
                    <a:pt x="5864" y="12557"/>
                    <a:pt x="4482" y="13590"/>
                  </a:cubicBezTo>
                  <a:lnTo>
                    <a:pt x="6210" y="13590"/>
                  </a:lnTo>
                  <a:cubicBezTo>
                    <a:pt x="8393" y="13590"/>
                    <a:pt x="10164" y="11820"/>
                    <a:pt x="10164" y="9636"/>
                  </a:cubicBezTo>
                  <a:lnTo>
                    <a:pt x="1016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999536" y="3948044"/>
              <a:ext cx="141175" cy="198625"/>
            </a:xfrm>
            <a:custGeom>
              <a:rect b="b" l="l" r="r" t="t"/>
              <a:pathLst>
                <a:path extrusionOk="0" h="7945" w="5647">
                  <a:moveTo>
                    <a:pt x="4518" y="0"/>
                  </a:moveTo>
                  <a:cubicBezTo>
                    <a:pt x="2021" y="0"/>
                    <a:pt x="1" y="2060"/>
                    <a:pt x="1" y="4556"/>
                  </a:cubicBezTo>
                  <a:lnTo>
                    <a:pt x="1" y="6815"/>
                  </a:lnTo>
                  <a:cubicBezTo>
                    <a:pt x="934" y="6812"/>
                    <a:pt x="1693" y="6056"/>
                    <a:pt x="1693" y="5120"/>
                  </a:cubicBezTo>
                  <a:cubicBezTo>
                    <a:pt x="1693" y="4806"/>
                    <a:pt x="1946" y="4556"/>
                    <a:pt x="2259" y="4556"/>
                  </a:cubicBezTo>
                  <a:cubicBezTo>
                    <a:pt x="2569" y="4556"/>
                    <a:pt x="2822" y="4806"/>
                    <a:pt x="2822" y="5120"/>
                  </a:cubicBezTo>
                  <a:cubicBezTo>
                    <a:pt x="2822" y="6547"/>
                    <a:pt x="1753" y="7718"/>
                    <a:pt x="377" y="7905"/>
                  </a:cubicBezTo>
                  <a:cubicBezTo>
                    <a:pt x="434" y="7929"/>
                    <a:pt x="501" y="7941"/>
                    <a:pt x="564" y="7944"/>
                  </a:cubicBezTo>
                  <a:lnTo>
                    <a:pt x="1130" y="7944"/>
                  </a:lnTo>
                  <a:cubicBezTo>
                    <a:pt x="3623" y="7944"/>
                    <a:pt x="5647" y="5921"/>
                    <a:pt x="5647" y="3427"/>
                  </a:cubicBezTo>
                  <a:lnTo>
                    <a:pt x="5647" y="567"/>
                  </a:lnTo>
                  <a:cubicBezTo>
                    <a:pt x="5647" y="253"/>
                    <a:pt x="5394" y="0"/>
                    <a:pt x="50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1271692" y="3806451"/>
              <a:ext cx="112936" cy="198616"/>
            </a:xfrm>
            <a:custGeom>
              <a:rect b="b" l="l" r="r" t="t"/>
              <a:pathLst>
                <a:path extrusionOk="0" h="3614" w="4517">
                  <a:moveTo>
                    <a:pt x="0" y="0"/>
                  </a:moveTo>
                  <a:lnTo>
                    <a:pt x="0" y="1696"/>
                  </a:lnTo>
                  <a:cubicBezTo>
                    <a:pt x="142" y="1685"/>
                    <a:pt x="428" y="1669"/>
                    <a:pt x="771" y="1669"/>
                  </a:cubicBezTo>
                  <a:cubicBezTo>
                    <a:pt x="1415" y="1669"/>
                    <a:pt x="2264" y="1726"/>
                    <a:pt x="2749" y="1988"/>
                  </a:cubicBezTo>
                  <a:cubicBezTo>
                    <a:pt x="3355" y="2313"/>
                    <a:pt x="4062" y="3078"/>
                    <a:pt x="4517" y="3614"/>
                  </a:cubicBezTo>
                  <a:lnTo>
                    <a:pt x="4517" y="2259"/>
                  </a:lnTo>
                  <a:cubicBezTo>
                    <a:pt x="4517" y="1012"/>
                    <a:pt x="3505" y="0"/>
                    <a:pt x="22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90" name="Google Shape;90;p13"/>
          <p:cNvSpPr txBox="1"/>
          <p:nvPr/>
        </p:nvSpPr>
        <p:spPr>
          <a:xfrm>
            <a:off x="7391388" y="4726313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By: Matija Benko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74300" y="159425"/>
            <a:ext cx="9069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Electricity is Life</a:t>
            </a:r>
            <a:endParaRPr b="1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0" y="700625"/>
            <a:ext cx="9144000" cy="41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>
                <a:solidFill>
                  <a:schemeClr val="accent3"/>
                </a:solidFill>
              </a:rPr>
              <a:t>Ampere</a:t>
            </a:r>
            <a:r>
              <a:rPr lang="en" sz="2000"/>
              <a:t> = Coulomb/second(electric current)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Electricity can kill you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Direct lightning strike burns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Nearby strikes deliver their energy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appliances/fork in outlet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Keep studying how various parts communicate w/ electricity(Mary Shelley wrote </a:t>
            </a:r>
            <a:r>
              <a:rPr i="1" lang="en" sz="2000"/>
              <a:t>Frankenstein</a:t>
            </a:r>
            <a:r>
              <a:rPr lang="en" sz="2000"/>
              <a:t>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EKG measures voltage across ur body to measure heart rate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Defibrillators</a:t>
            </a:r>
            <a:r>
              <a:rPr lang="en" sz="2000"/>
              <a:t> make a crazy heart normal</a:t>
            </a:r>
            <a:endParaRPr sz="2000"/>
          </a:p>
        </p:txBody>
      </p:sp>
      <p:pic>
        <p:nvPicPr>
          <p:cNvPr id="97" name="Google Shape;97;p14" title="downloa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2225" y="-12"/>
            <a:ext cx="2628900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title="download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8425" y="3599175"/>
            <a:ext cx="2320700" cy="154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title="download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80025" y="1388575"/>
            <a:ext cx="1777950" cy="118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100"/>
              <a:t>Thank You!</a:t>
            </a:r>
            <a:endParaRPr b="1" i="1" sz="15100"/>
          </a:p>
        </p:txBody>
      </p:sp>
      <p:pic>
        <p:nvPicPr>
          <p:cNvPr descr="a skeleton is blowing a trumpet on a black background ." id="105" name="Google Shape;10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6900" y="2297225"/>
            <a:ext cx="3115917" cy="284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060507"/>
      </a:dk1>
      <a:lt1>
        <a:srgbClr val="FFFFFF"/>
      </a:lt1>
      <a:dk2>
        <a:srgbClr val="434343"/>
      </a:dk2>
      <a:lt2>
        <a:srgbClr val="999999"/>
      </a:lt2>
      <a:accent1>
        <a:srgbClr val="DCC989"/>
      </a:accent1>
      <a:accent2>
        <a:srgbClr val="976B12"/>
      </a:accent2>
      <a:accent3>
        <a:srgbClr val="D4C783"/>
      </a:accent3>
      <a:accent4>
        <a:srgbClr val="B7AC6F"/>
      </a:accent4>
      <a:accent5>
        <a:srgbClr val="646439"/>
      </a:accent5>
      <a:accent6>
        <a:srgbClr val="968019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