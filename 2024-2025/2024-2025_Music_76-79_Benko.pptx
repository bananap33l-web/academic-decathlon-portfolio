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Slab"/>
      <p:regular r:id="rId10"/>
      <p:bold r:id="rId11"/>
    </p:embeddedFon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9994b978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9994b978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57100" y="249750"/>
            <a:ext cx="8029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5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Trees of Green, Red Roses Too-LISTENING COMPANION 7: “What a Wonderful World” (76-79)</a:t>
            </a:r>
            <a:endParaRPr sz="5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25700" y="1258625"/>
            <a:ext cx="6796800" cy="353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Earth inspired music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“What a Wonderful World”[kind of obscure]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Louis Armstrong(1901-1971)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“What a Wonderful World” was written for him &amp; was first sung by him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Disadvantaged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Broke away from a band</a:t>
            </a:r>
            <a:endParaRPr sz="2300"/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9573" r="9565" t="0"/>
          <a:stretch/>
        </p:blipFill>
        <p:spPr>
          <a:xfrm>
            <a:off x="6763200" y="1766625"/>
            <a:ext cx="2348300" cy="224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Trees of Green, Red Roses Too &amp; Counting the Blessings</a:t>
            </a:r>
            <a:endParaRPr b="1" i="1" sz="3400" u="sng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125700" y="864350"/>
            <a:ext cx="7047000" cy="393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Armstrong </a:t>
            </a:r>
            <a:r>
              <a:rPr lang="en" sz="2300"/>
              <a:t>stars</a:t>
            </a:r>
            <a:r>
              <a:rPr lang="en" sz="2300"/>
              <a:t> in Jazz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“Repressive governments found jazz, with its emphasis on ‘free expression of the individual,’ to be deeply threatening.”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Celebrated for his expression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Hard to make the song happen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Disruptions occured constantly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Larry Newton refused to promote the song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Spread everywhere</a:t>
            </a:r>
            <a:endParaRPr sz="2300"/>
          </a:p>
        </p:txBody>
      </p:sp>
      <p:pic>
        <p:nvPicPr>
          <p:cNvPr descr="Louis Armstrong takes a giant leap for jazz, performing on the moon's ... | louis  armstrong | TikTok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28780"/>
          <a:stretch/>
        </p:blipFill>
        <p:spPr>
          <a:xfrm>
            <a:off x="6763200" y="1766625"/>
            <a:ext cx="2348300" cy="224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Counting the Blessings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(part 2)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3">
            <a:alphaModFix/>
          </a:blip>
          <a:srcRect b="7755" l="0" r="0" t="7763"/>
          <a:stretch/>
        </p:blipFill>
        <p:spPr>
          <a:xfrm>
            <a:off x="4625075" y="2228250"/>
            <a:ext cx="3504343" cy="27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82CC82"/>
      </a:dk1>
      <a:lt1>
        <a:srgbClr val="FFFFFF"/>
      </a:lt1>
      <a:dk2>
        <a:srgbClr val="000000"/>
      </a:dk2>
      <a:lt2>
        <a:srgbClr val="CDB7AE"/>
      </a:lt2>
      <a:accent1>
        <a:srgbClr val="91B18D"/>
      </a:accent1>
      <a:accent2>
        <a:srgbClr val="9AAA98"/>
      </a:accent2>
      <a:accent3>
        <a:srgbClr val="61A766"/>
      </a:accent3>
      <a:accent4>
        <a:srgbClr val="BDA59C"/>
      </a:accent4>
      <a:accent5>
        <a:srgbClr val="A2C771"/>
      </a:accent5>
      <a:accent6>
        <a:srgbClr val="7BB371"/>
      </a:accent6>
      <a:hlink>
        <a:srgbClr val="7F67B8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