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9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8f969c6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38f969c6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385198"/>
            <a:ext cx="8222100" cy="3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450" u="sng"/>
              <a:t>Social Science Review Section II</a:t>
            </a:r>
            <a:endParaRPr b="1" i="1" sz="8450" u="sng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7391388" y="47263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By: Matija Benko</a:t>
            </a:r>
            <a:endParaRPr sz="1500"/>
          </a:p>
        </p:txBody>
      </p:sp>
      <p:grpSp>
        <p:nvGrpSpPr>
          <p:cNvPr id="87" name="Google Shape;87;p13"/>
          <p:cNvGrpSpPr/>
          <p:nvPr/>
        </p:nvGrpSpPr>
        <p:grpSpPr>
          <a:xfrm>
            <a:off x="204321" y="3695547"/>
            <a:ext cx="783162" cy="592287"/>
            <a:chOff x="999536" y="3806450"/>
            <a:chExt cx="385092" cy="340219"/>
          </a:xfrm>
        </p:grpSpPr>
        <p:sp>
          <p:nvSpPr>
            <p:cNvPr id="88" name="Google Shape;88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1271692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311700" y="165775"/>
            <a:ext cx="8520600" cy="47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Holocene began ~11,700 years ago @ end of last ice 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divided into three stages: Early Holocene (11,700 to 8,236 years ago), Middle Holocene (8,236 to 4,250 years ago),</a:t>
            </a:r>
            <a:r>
              <a:rPr lang="en"/>
              <a:t> &amp;</a:t>
            </a:r>
            <a:r>
              <a:rPr lang="en"/>
              <a:t> Late Holocene (4,250 years ago-today)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already spread by start of Holocene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Humans began forming large agrarian societie</a:t>
            </a:r>
            <a:r>
              <a:rPr lang="en"/>
              <a:t>s ~</a:t>
            </a:r>
            <a:r>
              <a:rPr lang="en"/>
              <a:t>end of Middl</a:t>
            </a:r>
            <a:r>
              <a:rPr lang="en"/>
              <a:t>e </a:t>
            </a:r>
            <a:r>
              <a:rPr lang="en"/>
              <a:t>Holocene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clear if climate played a role in most large-scale societal events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Different case-by-case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Integrating climate history into human history can be an opportunity for fresh historical perspectives, but sometimes climate just adds to narratives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Little Ice Age (LIA)[</a:t>
            </a:r>
            <a:r>
              <a:rPr lang="en"/>
              <a:t>~1300-1850</a:t>
            </a:r>
            <a:r>
              <a:rPr lang="en"/>
              <a:t>]: a period of cooler global temperatures, on average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popular historical narrative describes how humans overcame LIA by building modern states, complicated by current conditions of Anthropocene</a:t>
            </a:r>
            <a:endParaRPr/>
          </a:p>
        </p:txBody>
      </p:sp>
      <p:pic>
        <p:nvPicPr>
          <p:cNvPr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1883" t="0"/>
          <a:stretch/>
        </p:blipFill>
        <p:spPr>
          <a:xfrm>
            <a:off x="1769475" y="3973700"/>
            <a:ext cx="5353749" cy="111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