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8375267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8375267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8375267a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8375267a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57100" y="249750"/>
            <a:ext cx="8029800" cy="36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Why Don’t We Listen-LISTENING COMPANION 13: “Feels Like Summer” (111-113)</a:t>
            </a:r>
            <a:endParaRPr sz="5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1258625"/>
            <a:ext cx="6796800" cy="353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“Despite Repeated Warnings” highlighted leaders not caring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Regular people are ignorant bc we are distracted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Donald McKinley Glover, Jr. explored the possibility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Why Don’t We Listen?</a:t>
            </a:r>
            <a:endParaRPr b="1" i="1" sz="47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Subway Surfers (2023) - Gameplay (PC UHD) [4K60FPS]"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116" y="3298035"/>
            <a:ext cx="3221934" cy="18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25700" y="1030025"/>
            <a:ext cx="6796800" cy="353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Renaissance man/polymath(done everything)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Made stories and puppet shows as a child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Wrote for </a:t>
            </a:r>
            <a:r>
              <a:rPr i="1" lang="en" sz="2300"/>
              <a:t>The Simpsons</a:t>
            </a:r>
            <a:endParaRPr i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Made rap under </a:t>
            </a:r>
            <a:r>
              <a:rPr i="1" lang="en" sz="2300"/>
              <a:t>Childish Gambino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Stand-up comedy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Appeared in TV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Lando Calrissian in </a:t>
            </a:r>
            <a:r>
              <a:rPr i="1" lang="en" sz="2300"/>
              <a:t>Solo: A Star Wars Story</a:t>
            </a:r>
            <a:r>
              <a:rPr lang="en" sz="2300"/>
              <a:t>(2018)</a:t>
            </a:r>
            <a:endParaRPr sz="2300"/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Celebrity Obsession</a:t>
            </a:r>
            <a:endParaRPr b="1" i="1" sz="47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600" y="2102750"/>
            <a:ext cx="1916700" cy="271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125700" y="1258625"/>
            <a:ext cx="6796800" cy="353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“Redbone” in </a:t>
            </a:r>
            <a:r>
              <a:rPr i="1" lang="en" sz="2300"/>
              <a:t>Get Out</a:t>
            </a:r>
            <a:r>
              <a:rPr lang="en" sz="2300"/>
              <a:t>(2018)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guest host and the musical guest on SNL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Premier of </a:t>
            </a:r>
            <a:r>
              <a:rPr i="1" lang="en" sz="2300"/>
              <a:t>This is America</a:t>
            </a:r>
            <a:endParaRPr i="1"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1st #1 </a:t>
            </a:r>
            <a:r>
              <a:rPr i="1" lang="en" sz="2300"/>
              <a:t>Billboard</a:t>
            </a:r>
            <a:r>
              <a:rPr lang="en" sz="2300"/>
              <a:t> song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two-track EP titled </a:t>
            </a:r>
            <a:r>
              <a:rPr i="1" lang="en" sz="2300"/>
              <a:t>Summer Pack</a:t>
            </a:r>
            <a:endParaRPr i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“Summertime Magic”: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Happy-go-lucky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Different from “Feels Like Summer”</a:t>
            </a:r>
            <a:endParaRPr sz="2300"/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Celebrity Obsession</a:t>
            </a:r>
            <a:endParaRPr b="1" i="1" sz="47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15707" r="14972" t="0"/>
          <a:stretch/>
        </p:blipFill>
        <p:spPr>
          <a:xfrm>
            <a:off x="7323175" y="714350"/>
            <a:ext cx="1695125" cy="27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11077" l="0" r="0" t="11077"/>
          <a:stretch/>
        </p:blipFill>
        <p:spPr>
          <a:xfrm>
            <a:off x="4625075" y="2228250"/>
            <a:ext cx="3504343" cy="272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C61E05"/>
      </a:dk1>
      <a:lt1>
        <a:srgbClr val="FFFFFF"/>
      </a:lt1>
      <a:dk2>
        <a:srgbClr val="000000"/>
      </a:dk2>
      <a:lt2>
        <a:srgbClr val="851103"/>
      </a:lt2>
      <a:accent1>
        <a:srgbClr val="C0AE3B"/>
      </a:accent1>
      <a:accent2>
        <a:srgbClr val="CBE23A"/>
      </a:accent2>
      <a:accent3>
        <a:srgbClr val="61A766"/>
      </a:accent3>
      <a:accent4>
        <a:srgbClr val="780E04"/>
      </a:accent4>
      <a:accent5>
        <a:srgbClr val="A2C771"/>
      </a:accent5>
      <a:accent6>
        <a:srgbClr val="7BB371"/>
      </a:accent6>
      <a:hlink>
        <a:srgbClr val="8FFF39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