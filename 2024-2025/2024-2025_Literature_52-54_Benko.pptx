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Slab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regular.fntdata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992aa92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992aa92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35f8a63b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35f8a63b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35f8a63b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35f8a63b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90150" y="182075"/>
            <a:ext cx="8563800" cy="439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5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Poetry; “Evergreen” By Oliver Baez Bendorf - Poetry: “The Air Smelled Dirty” By Marge Piercy (52-54)</a:t>
            </a:r>
            <a:endParaRPr sz="5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25700" y="943075"/>
            <a:ext cx="81699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Poet, </a:t>
            </a:r>
            <a:r>
              <a:rPr lang="en" sz="2300"/>
              <a:t>Professor</a:t>
            </a:r>
            <a:r>
              <a:rPr lang="en" sz="2300"/>
              <a:t>, librarian, &amp; activist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Iowa(1987)»Colorado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3 poetry books(</a:t>
            </a:r>
            <a:r>
              <a:rPr i="1" lang="en" sz="2300"/>
              <a:t>Considering the Rooster</a:t>
            </a:r>
            <a:r>
              <a:rPr lang="en" sz="2300"/>
              <a:t>[2024])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praised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Many awards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‘Poems are bodies on the page’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Poems explore becoming &amp; </a:t>
            </a:r>
            <a:r>
              <a:rPr lang="en" sz="2300"/>
              <a:t>transforming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Intersecting nature, writing, &amp; body</a:t>
            </a:r>
            <a:endParaRPr sz="2300"/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 u="sng">
                <a:latin typeface="Georgia"/>
                <a:ea typeface="Georgia"/>
                <a:cs typeface="Georgia"/>
                <a:sym typeface="Georgia"/>
              </a:rPr>
              <a:t>OLIVER BAEZ BENDORF: Biography</a:t>
            </a:r>
            <a:endParaRPr b="1" i="1" sz="24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2275" y="4535"/>
            <a:ext cx="2425218" cy="32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 u="sng">
                <a:latin typeface="Georgia"/>
                <a:ea typeface="Georgia"/>
                <a:cs typeface="Georgia"/>
                <a:sym typeface="Georgia"/>
              </a:rPr>
              <a:t>SELECTED WORK: “Evergreen” (2018) by Oliver Baez Bendorf</a:t>
            </a:r>
            <a:endParaRPr b="1" i="1" sz="24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2076" l="564" r="60508" t="14206"/>
          <a:stretch/>
        </p:blipFill>
        <p:spPr>
          <a:xfrm>
            <a:off x="3458488" y="504650"/>
            <a:ext cx="2227025" cy="463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125700" y="610075"/>
            <a:ext cx="8169900" cy="4185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Written in 2016[Vermont Studio Center]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woods during winter —&gt; meditates on living in despair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reflecting on a previous suicide attempt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Winter &amp; forests —</a:t>
            </a:r>
            <a:r>
              <a:rPr lang="en" sz="2300"/>
              <a:t>—</a:t>
            </a:r>
            <a:r>
              <a:rPr lang="en" sz="2300"/>
              <a:t> contemplation of death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Shifts to positive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Like winter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Evergreen trees keep green leaves(resilience)</a:t>
            </a:r>
            <a:endParaRPr sz="2300"/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125700" y="75775"/>
            <a:ext cx="8892600" cy="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 u="sng">
                <a:latin typeface="Georgia"/>
                <a:ea typeface="Georgia"/>
                <a:cs typeface="Georgia"/>
                <a:sym typeface="Georgia"/>
              </a:rPr>
              <a:t>Analysis of “Evergreen”: Nature and the Self</a:t>
            </a:r>
            <a:endParaRPr b="1" i="1" sz="24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5 Reasons Why Winter is the Best Season ..."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4125" y="2220050"/>
            <a:ext cx="2629875" cy="1639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ll (theology) | The Evil Wiki | Fandom"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7200" y="3481750"/>
            <a:ext cx="3331126" cy="166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 b="9725" l="0" r="0" t="14591"/>
          <a:stretch/>
        </p:blipFill>
        <p:spPr>
          <a:xfrm>
            <a:off x="5387075" y="2228250"/>
            <a:ext cx="3502475" cy="291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C2C0BE"/>
      </a:dk1>
      <a:lt1>
        <a:srgbClr val="FFFFFF"/>
      </a:lt1>
      <a:dk2>
        <a:srgbClr val="000000"/>
      </a:dk2>
      <a:lt2>
        <a:srgbClr val="A29585"/>
      </a:lt2>
      <a:accent1>
        <a:srgbClr val="B9945E"/>
      </a:accent1>
      <a:accent2>
        <a:srgbClr val="2F2A26"/>
      </a:accent2>
      <a:accent3>
        <a:srgbClr val="A29585"/>
      </a:accent3>
      <a:accent4>
        <a:srgbClr val="A88962"/>
      </a:accent4>
      <a:accent5>
        <a:srgbClr val="6A6663"/>
      </a:accent5>
      <a:accent6>
        <a:srgbClr val="804D17"/>
      </a:accent6>
      <a:hlink>
        <a:srgbClr val="94714F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