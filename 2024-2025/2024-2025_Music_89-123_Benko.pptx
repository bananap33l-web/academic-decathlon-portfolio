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8f969c6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8f969c6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1a974600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1a974600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1a974600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1a974600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1a974600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1a974600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1a974600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1a974600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1a974600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1a974600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1a974600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1a974600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385198"/>
            <a:ext cx="8222100" cy="3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300" u="sng"/>
              <a:t>Music Review Section IV</a:t>
            </a:r>
            <a:endParaRPr b="1" i="1" sz="10300" u="sng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7391388" y="47263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By: Matija Benko</a:t>
            </a:r>
            <a:endParaRPr sz="1500"/>
          </a:p>
        </p:txBody>
      </p:sp>
      <p:grpSp>
        <p:nvGrpSpPr>
          <p:cNvPr id="87" name="Google Shape;87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8" name="Google Shape;88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33150" y="71050"/>
            <a:ext cx="9110700" cy="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Words of Warning-YOU DON’T KNOW WHAT YOU’VE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GOT ʼTIL IT’S GONE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311700" y="1046700"/>
            <a:ext cx="8520600" cy="3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Zeno(450 BC)</a:t>
            </a:r>
            <a:r>
              <a:rPr lang="en"/>
              <a:t> said we need to be “living in agreement with nature”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Ecology:</a:t>
            </a:r>
            <a:r>
              <a:rPr lang="en"/>
              <a:t> relationship between organisms &amp; their physical environment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cleanliness of air is a longstanding concern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King Edward I banned it, then Britain’s</a:t>
            </a:r>
            <a:r>
              <a:rPr lang="en"/>
              <a:t> &amp; </a:t>
            </a:r>
            <a:r>
              <a:rPr lang="en"/>
              <a:t>U.S.’ Clean Air Acts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19th-century writers showed off nature</a:t>
            </a:r>
            <a:r>
              <a:rPr lang="en"/>
              <a:t> spurred</a:t>
            </a:r>
            <a:r>
              <a:rPr lang="en"/>
              <a:t> some early activist groups &amp; U.S. national parks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Rachel Carson wrote Silent Spring(1962)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Said “how DDT entered the food chain</a:t>
            </a:r>
            <a:r>
              <a:rPr lang="en"/>
              <a:t> &amp; </a:t>
            </a:r>
            <a:r>
              <a:rPr lang="en"/>
              <a:t>accumulated in the fatty tissues of animals, including human beings,</a:t>
            </a:r>
            <a:r>
              <a:rPr lang="en"/>
              <a:t> &amp; </a:t>
            </a:r>
            <a:r>
              <a:rPr lang="en"/>
              <a:t>caused cancer</a:t>
            </a:r>
            <a:r>
              <a:rPr lang="en"/>
              <a:t> &amp; </a:t>
            </a:r>
            <a:r>
              <a:rPr lang="en"/>
              <a:t>genetic damage”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DDT was banned(People realized how much we affect Earth)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Ron Cobb made an “ecology” symbol (1969)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Earth Day (4/22/1970)</a:t>
            </a: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6303" l="22165" r="28014" t="5295"/>
          <a:stretch/>
        </p:blipFill>
        <p:spPr>
          <a:xfrm>
            <a:off x="7038150" y="3689500"/>
            <a:ext cx="1969975" cy="14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33150" y="71050"/>
            <a:ext cx="9110700" cy="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Paving Paradise-Listening Guide 9: “Big Yellow Taxi” – 1970 Joni Mitchell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311700" y="1046700"/>
            <a:ext cx="8520600" cy="3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Joni Mitchell made music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Siquomb Publishing - published her work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i="1"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“Joni Mitchell (Song to a Seagull)”</a:t>
            </a: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[1968]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i="1"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Clouds</a:t>
            </a: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rose to Number 31 on Billboard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/>
              <a:buChar char="●"/>
            </a:pPr>
            <a:r>
              <a:rPr i="1"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Ladies of the Canyon</a:t>
            </a: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was more diverse(included </a:t>
            </a:r>
            <a:r>
              <a:rPr i="1"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“Big Yellow Taxi”</a:t>
            </a: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Referenced how Hawaii’s nature is being removed so infrastructure can be built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Folk → Rock(still used Acoustic Guitar)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“bop vocal” is multi-tracking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Verse-Chorus form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■"/>
            </a:pP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changes harmonies in each chorus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Mitchell says it’s a “nursery rhyme,” but also a “good little workhouse of a song”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covered 575 times &amp; BMI recognized it for reaching one million performances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5900" y="587275"/>
            <a:ext cx="2176750" cy="16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llover Hoodie ..." id="109" name="Google Shape;109;p16"/>
          <p:cNvPicPr preferRelativeResize="0"/>
          <p:nvPr/>
        </p:nvPicPr>
        <p:blipFill rotWithShape="1">
          <a:blip r:embed="rId3">
            <a:alphaModFix/>
          </a:blip>
          <a:srcRect b="18243" l="0" r="0" t="18236"/>
          <a:stretch/>
        </p:blipFill>
        <p:spPr>
          <a:xfrm>
            <a:off x="8164825" y="3907228"/>
            <a:ext cx="986225" cy="97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>
            <p:ph type="title"/>
          </p:nvPr>
        </p:nvSpPr>
        <p:spPr>
          <a:xfrm>
            <a:off x="-150" y="0"/>
            <a:ext cx="9144000" cy="11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POISON IS THE WIND THAT BLOWS-Listening Guide 10: “Mercy Mercy Me (The Ecology)” – 1971 Marvin Gaye</a:t>
            </a:r>
            <a:endParaRPr sz="2800"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311700" y="961450"/>
            <a:ext cx="8520600" cy="3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70s: environmental &amp; social messages in music got popular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Marvin Gaye wanted to record protest songs, but Gordy though it would damage his career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Motown Records(1959): producing</a:t>
            </a:r>
            <a:r>
              <a:rPr lang="en"/>
              <a:t> major stars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Gaye’s </a:t>
            </a:r>
            <a:r>
              <a:rPr i="1" lang="en"/>
              <a:t>I Heard It Through the Grapevine</a:t>
            </a:r>
            <a:r>
              <a:rPr lang="en"/>
              <a:t>(</a:t>
            </a:r>
            <a:r>
              <a:rPr lang="en"/>
              <a:t>1968)</a:t>
            </a:r>
            <a:r>
              <a:rPr lang="en"/>
              <a:t> was #1 for 7 weeks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Gordy blocked </a:t>
            </a:r>
            <a:r>
              <a:rPr i="1" lang="en"/>
              <a:t>What’s Going On(</a:t>
            </a:r>
            <a:r>
              <a:rPr lang="en"/>
              <a:t>1971)(released without Gordy’s approval)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addressed war, peace, ecology, &amp; social justice, blending R&amp;B w/ gospel influences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introduced multi-tracked vocals &amp; listing lyrics &amp; musicians on the cover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Mercy Mercy Me (The Ecology)</a:t>
            </a:r>
            <a:r>
              <a:rPr lang="en"/>
              <a:t> &amp; </a:t>
            </a:r>
            <a:r>
              <a:rPr i="1" lang="en"/>
              <a:t>Inner City Blues (Make Me Wanna Holler)</a:t>
            </a:r>
            <a:r>
              <a:rPr lang="en"/>
              <a:t> became popular hit singles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Marvin Gaye was one of the first R&amp;B artists to address environmental issues in a song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track on </a:t>
            </a:r>
            <a:r>
              <a:rPr i="1" lang="en"/>
              <a:t>What’s Going On</a:t>
            </a:r>
            <a:r>
              <a:rPr lang="en"/>
              <a:t> written solely by Gaye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straightforward strophic, but unique instruments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2002, Mercy Mercy Me (The Ecology) was inducted into Grammy Hall of Fame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0" y="0"/>
            <a:ext cx="9117300" cy="10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POST-MODERN ANXIETY - Listening Guide 11: </a:t>
            </a:r>
            <a:r>
              <a:rPr lang="en" sz="2100"/>
              <a:t>“</a:t>
            </a:r>
            <a:r>
              <a:rPr lang="en" sz="2100"/>
              <a:t>Idioteque” – 2000 Radiohead: Thomas Yorke; Philip Selway; Edward O’Brien; Colin Greenwood; Jonathan Greenwood / Paul Lansky</a:t>
            </a:r>
            <a:endParaRPr sz="2100"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311700" y="937775"/>
            <a:ext cx="8520600" cy="38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“Idioteque”(</a:t>
            </a:r>
            <a:r>
              <a:rPr lang="en"/>
              <a:t>2000</a:t>
            </a:r>
            <a:r>
              <a:rPr lang="en"/>
              <a:t>) environmental themes &amp; technological experimentation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Radiohead(</a:t>
            </a:r>
            <a:r>
              <a:rPr lang="en"/>
              <a:t>mid-80s</a:t>
            </a:r>
            <a:r>
              <a:rPr lang="en"/>
              <a:t>): Thom Yorke, Phil Selway, Ed O’Brien, Colin Greenwood, &amp; Jonny Greenwood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“Creep”(</a:t>
            </a:r>
            <a:r>
              <a:rPr lang="en"/>
              <a:t>1993</a:t>
            </a:r>
            <a:r>
              <a:rPr lang="en"/>
              <a:t>) became their 1st American hit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</a:t>
            </a:r>
            <a:r>
              <a:rPr lang="en"/>
              <a:t>runge → weirder w/ </a:t>
            </a:r>
            <a:r>
              <a:rPr i="1" lang="en"/>
              <a:t>The Bends</a:t>
            </a:r>
            <a:r>
              <a:rPr lang="en"/>
              <a:t> (1995) &amp; </a:t>
            </a:r>
            <a:r>
              <a:rPr i="1" lang="en"/>
              <a:t>OK Computer</a:t>
            </a:r>
            <a:r>
              <a:rPr lang="en"/>
              <a:t> (1997)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OK Computer</a:t>
            </a:r>
            <a:r>
              <a:rPr lang="en"/>
              <a:t> won Best Alternative Music Album(1998)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Nigel Godrich suggested splitting into groups to experiment w/ electrophones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led to </a:t>
            </a:r>
            <a:r>
              <a:rPr i="1" lang="en"/>
              <a:t>Kid A </a:t>
            </a:r>
            <a:r>
              <a:rPr lang="en"/>
              <a:t>(2000) &amp; </a:t>
            </a:r>
            <a:r>
              <a:rPr i="1" lang="en"/>
              <a:t>Amnesiac</a:t>
            </a:r>
            <a:r>
              <a:rPr lang="en"/>
              <a:t> (2001)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old synthesizers, radio noise &amp; record (unclear about its genre)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Paul Lansky used Richard Wagner’s “Tristan chord” in </a:t>
            </a:r>
            <a:r>
              <a:rPr i="1" lang="en"/>
              <a:t>mild und leise</a:t>
            </a:r>
            <a:r>
              <a:rPr lang="en"/>
              <a:t>(1973)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Lansky is a co-author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Everything is completely misaligned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Yorke’s lyrics talk about fear for the future</a:t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813"/>
          <a:stretch/>
        </p:blipFill>
        <p:spPr>
          <a:xfrm>
            <a:off x="5277000" y="3945725"/>
            <a:ext cx="3555300" cy="11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311700" y="961450"/>
            <a:ext cx="8520600" cy="3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Paul McCartney: </a:t>
            </a:r>
            <a:r>
              <a:rPr lang="en"/>
              <a:t>a member of The Beatles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started by covering American songs but began writing originals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Please Please Me</a:t>
            </a:r>
            <a:r>
              <a:rPr lang="en"/>
              <a:t> (1963), featuring eight original songs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Sgt. Pepper’s Lonely Hearts Club Band</a:t>
            </a:r>
            <a:r>
              <a:rPr lang="en"/>
              <a:t> (1967): 32 million copies sold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solo album </a:t>
            </a:r>
            <a:r>
              <a:rPr i="1" lang="en"/>
              <a:t>McCartney</a:t>
            </a:r>
            <a:r>
              <a:rPr lang="en"/>
              <a:t> (1970), featuring </a:t>
            </a:r>
            <a:r>
              <a:rPr i="1" lang="en"/>
              <a:t>Maybe I’m Amazed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Egypt Station</a:t>
            </a:r>
            <a:r>
              <a:rPr lang="en"/>
              <a:t> (2018) became his 1st album to debut at No. 1 in 36 years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Inspired by a newspaper article about climate change &amp; political inaction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a symbolic sea captain steering a ship toward icebergs, representing climate change denial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multi-section symphonic rock, shifting between ballad, blues-rock, &amp; driving rock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unexpected harmonic shifts (chromatic mediants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Aims to raise awareness that climate change is real</a:t>
            </a:r>
            <a:r>
              <a:rPr lang="en"/>
              <a:t> &amp; </a:t>
            </a:r>
            <a:r>
              <a:rPr lang="en"/>
              <a:t>prevent reckless leadership</a:t>
            </a:r>
            <a:endParaRPr/>
          </a:p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-150" y="0"/>
            <a:ext cx="9144000" cy="11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CALLING FOR ACTION-LISTENING COMPANION 12: “Despite Repeated Warnings” (2018) – Paul McCartney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0" y="1359275"/>
            <a:ext cx="8975100" cy="3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are ignorant bc we are distracted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award for “Redbone” for a song in </a:t>
            </a:r>
            <a:r>
              <a:rPr i="1" lang="en"/>
              <a:t>Get Out</a:t>
            </a:r>
            <a:r>
              <a:rPr lang="en"/>
              <a:t>(2018)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Premier of </a:t>
            </a:r>
            <a:r>
              <a:rPr i="1" lang="en"/>
              <a:t>This is America</a:t>
            </a:r>
            <a:r>
              <a:rPr lang="en"/>
              <a:t> on SNL(1st #1 on </a:t>
            </a:r>
            <a:r>
              <a:rPr i="1" lang="en"/>
              <a:t>Billboard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two-track EP </a:t>
            </a:r>
            <a:r>
              <a:rPr i="1" lang="en"/>
              <a:t>Summer Pack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“Summertime Magic”: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Happy-go-lucky(Different from “Feels Like Summer”)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darker message about overpopulation &amp; loss of control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Chorus expresses hope but ends in resignation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explicitly mentions climate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Word-painting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music video overshadowed the song’s environmental message</a:t>
            </a:r>
            <a:endParaRPr/>
          </a:p>
        </p:txBody>
      </p:sp>
      <p:sp>
        <p:nvSpPr>
          <p:cNvPr id="130" name="Google Shape;130;p19"/>
          <p:cNvSpPr txBox="1"/>
          <p:nvPr>
            <p:ph type="title"/>
          </p:nvPr>
        </p:nvSpPr>
        <p:spPr>
          <a:xfrm>
            <a:off x="-150" y="0"/>
            <a:ext cx="9144000" cy="13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Why Don’t We Listen?-LISTENING COMPANION 13: “Feels Like Summer” (2018) – Donald Glover [“Childish Gambino”]</a:t>
            </a:r>
            <a:endParaRPr sz="2800"/>
          </a:p>
        </p:txBody>
      </p:sp>
      <p:pic>
        <p:nvPicPr>
          <p:cNvPr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15707" r="14972" t="0"/>
          <a:stretch/>
        </p:blipFill>
        <p:spPr>
          <a:xfrm>
            <a:off x="6385400" y="974850"/>
            <a:ext cx="1695125" cy="27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-150" y="0"/>
            <a:ext cx="9144000" cy="11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IS IT TOO LATE?-Listening Guide 14: Elegy for the Arctic – 2016 Ludovico Einaudi</a:t>
            </a:r>
            <a:endParaRPr sz="2800"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311700" y="961450"/>
            <a:ext cx="8520600" cy="3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The Tempo Project</a:t>
            </a:r>
            <a:r>
              <a:rPr lang="en"/>
              <a:t> (2020): Dr. Lucy Jones-use music to change </a:t>
            </a:r>
            <a:r>
              <a:rPr lang="en"/>
              <a:t>sentiment</a:t>
            </a:r>
            <a:r>
              <a:rPr lang="en"/>
              <a:t> around climate change &amp; inspire 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Jones made </a:t>
            </a:r>
            <a:r>
              <a:rPr i="1" lang="en"/>
              <a:t>In Nomine Terra Calens</a:t>
            </a:r>
            <a:r>
              <a:rPr lang="en"/>
              <a:t>(138 years of Earth’s temperature data)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note represents uncertain future of Earth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Elegy for the Arctic </a:t>
            </a:r>
            <a:r>
              <a:rPr lang="en"/>
              <a:t>(2016):Ludovico Einaudi-commissioned by Greenpeace to raise awareness about Arctic’s damage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Premiered on a floating piano in Arctic Sea with Arctic Sunrise ship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reflects sorrow for ecological harm already done to Arctic, especially through F minor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Although Greenpeace’s campaign to create a sanctuary was blocked, has been viewed over 20 million times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Greenpeace collected 8M messages supporting creation of a sanctuary for Arctic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Greenpeace remains determined to continue advocating for Arctic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