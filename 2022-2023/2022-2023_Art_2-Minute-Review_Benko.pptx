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Slab"/>
      <p:regular r:id="rId11"/>
      <p:bold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regular.fntdata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10b48f5d0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10b48f5d0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f4858dae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f4858dae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f4858dae4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f4858dae4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84c3541b8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84c3541b8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jp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0" y="828325"/>
            <a:ext cx="57834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2 Min Review: </a:t>
            </a:r>
            <a:r>
              <a:rPr lang="en" sz="4300"/>
              <a:t>Harriet Powers, P</a:t>
            </a:r>
            <a:r>
              <a:rPr lang="en" sz="4300"/>
              <a:t>ictorial</a:t>
            </a:r>
            <a:r>
              <a:rPr lang="en" sz="4300"/>
              <a:t> Quilt</a:t>
            </a:r>
            <a:endParaRPr sz="430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1005978" y="133150"/>
            <a:ext cx="1005979" cy="10557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BC34A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rgbClr val="8BC34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-633150" y="828325"/>
            <a:ext cx="584700" cy="224700"/>
          </a:xfrm>
          <a:prstGeom prst="wedgeRectCallout">
            <a:avLst>
              <a:gd fmla="val 25778" name="adj1"/>
              <a:gd fmla="val -28432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You must pay, Matija!</a:t>
            </a:r>
            <a:endParaRPr sz="600"/>
          </a:p>
        </p:txBody>
      </p:sp>
      <p:pic>
        <p:nvPicPr>
          <p:cNvPr id="67" name="Google Shape;6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513" y="3296288"/>
            <a:ext cx="172402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6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6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7800" l="14908" r="0" t="0"/>
          <a:stretch/>
        </p:blipFill>
        <p:spPr>
          <a:xfrm>
            <a:off x="7296250" y="3400800"/>
            <a:ext cx="1847751" cy="139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 rotWithShape="1">
          <a:blip r:embed="rId4">
            <a:alphaModFix/>
          </a:blip>
          <a:srcRect b="0" l="4230" r="11331" t="0"/>
          <a:stretch/>
        </p:blipFill>
        <p:spPr>
          <a:xfrm>
            <a:off x="6535050" y="0"/>
            <a:ext cx="230035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0" y="0"/>
            <a:ext cx="5702700" cy="75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Appetizer</a:t>
            </a:r>
            <a:endParaRPr sz="5000"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0" y="615000"/>
            <a:ext cx="8316600" cy="45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Most paintings were produced by </a:t>
            </a:r>
            <a:r>
              <a:rPr b="1" lang="en" sz="2500" u="sng">
                <a:solidFill>
                  <a:srgbClr val="FF0000"/>
                </a:solidFill>
              </a:rPr>
              <a:t>men</a:t>
            </a:r>
            <a:r>
              <a:rPr lang="en" sz="2500"/>
              <a:t> 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Women mostly did art in other ways (sewing &amp; needlepoint)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Quilts: treasured family objects, some even signed w/ the quilter(their name was a part of the design), often seen in wills and passed down through generations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Quilts were more popular bc. of </a:t>
            </a:r>
            <a:r>
              <a:rPr lang="en" sz="2500"/>
              <a:t>industrialization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19th-century quilts had three layers: quilt top, an inner layer, and a backing</a:t>
            </a:r>
            <a:endParaRPr sz="2500"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714750" y="912588"/>
            <a:ext cx="3714750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6484975" y="76650"/>
            <a:ext cx="19671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wanna sew the manager so bad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5247525" y="759300"/>
            <a:ext cx="754200" cy="3186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0" y="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Appetizer</a:t>
            </a:r>
            <a:r>
              <a:rPr lang="en"/>
              <a:t> </a:t>
            </a:r>
            <a:r>
              <a:rPr lang="en" sz="2000"/>
              <a:t>(part 2)</a:t>
            </a:r>
            <a:endParaRPr sz="2000"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0" y="686100"/>
            <a:ext cx="7706700" cy="44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Born enslaved in Georgia, 1837, Harriet later married Armstead Powers, and had &gt; nine children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Became landowners after they were freed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Her gravestone, </a:t>
            </a:r>
            <a:r>
              <a:rPr lang="en" sz="2500"/>
              <a:t>found </a:t>
            </a:r>
            <a:r>
              <a:rPr lang="en" sz="2500"/>
              <a:t>in Athens’ Gospel Pilgrim Cemetery, gives her death date as January 1st 1910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Harriet Powers made the Pictorial Quilt, now in the collection of the Museum of Fine Arts in Boston</a:t>
            </a:r>
            <a:endParaRPr sz="2500"/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3">
            <a:alphaModFix/>
          </a:blip>
          <a:srcRect b="1970" l="0" r="0" t="0"/>
          <a:stretch/>
        </p:blipFill>
        <p:spPr>
          <a:xfrm>
            <a:off x="7254650" y="0"/>
            <a:ext cx="1847749" cy="181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6794" y="2390125"/>
            <a:ext cx="1395600" cy="243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 rotWithShape="1">
          <a:blip r:embed="rId3">
            <a:alphaModFix/>
          </a:blip>
          <a:srcRect b="0" l="606" r="0" t="0"/>
          <a:stretch/>
        </p:blipFill>
        <p:spPr>
          <a:xfrm>
            <a:off x="6496925" y="214575"/>
            <a:ext cx="2647074" cy="178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0" y="452575"/>
            <a:ext cx="8805600" cy="46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Cotton plain weave, pieced, appliqued, embroidered; 175 x 266.7 cm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storytelling is similar to textiles from Dahomey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most </a:t>
            </a:r>
            <a:r>
              <a:rPr lang="en" sz="2500"/>
              <a:t>panels</a:t>
            </a:r>
            <a:r>
              <a:rPr lang="en" sz="2500"/>
              <a:t> are people and scenes from The Bible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meteor storms of 1833 and 1846 and “Black Friday” of 1780, when smoke from forest fires made the sky go dark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A panel tells the story of a hog that ran from Georgia to Virginia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The center panel is the Leonid meteor storm on November 13, 1833</a:t>
            </a:r>
            <a:endParaRPr sz="2500"/>
          </a:p>
        </p:txBody>
      </p:sp>
      <p:pic>
        <p:nvPicPr>
          <p:cNvPr descr="Clash Of Clans Hog Rider GIF - Clash Of Clans Hog Rider Call GIFs" id="93" name="Google Shape;93;p16"/>
          <p:cNvPicPr preferRelativeResize="0"/>
          <p:nvPr/>
        </p:nvPicPr>
        <p:blipFill rotWithShape="1">
          <a:blip r:embed="rId4">
            <a:alphaModFix/>
          </a:blip>
          <a:srcRect b="0" l="0" r="12010" t="0"/>
          <a:stretch/>
        </p:blipFill>
        <p:spPr>
          <a:xfrm>
            <a:off x="4396425" y="3070425"/>
            <a:ext cx="351125" cy="2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>
            <p:ph type="title"/>
          </p:nvPr>
        </p:nvSpPr>
        <p:spPr>
          <a:xfrm>
            <a:off x="0" y="-304575"/>
            <a:ext cx="8368200" cy="104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Main Course</a:t>
            </a:r>
            <a:endParaRPr sz="5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29350" y="0"/>
            <a:ext cx="8712900" cy="44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descr="Bird GIF - Bird GIFs" id="100" name="Google Shape;100;p17"/>
          <p:cNvPicPr preferRelativeResize="0"/>
          <p:nvPr/>
        </p:nvPicPr>
        <p:blipFill rotWithShape="1">
          <a:blip r:embed="rId3">
            <a:alphaModFix/>
          </a:blip>
          <a:srcRect b="20616" l="0" r="5508" t="0"/>
          <a:stretch/>
        </p:blipFill>
        <p:spPr>
          <a:xfrm>
            <a:off x="5457550" y="2439925"/>
            <a:ext cx="3124875" cy="2098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1" name="Google Shape;101;p17"/>
          <p:cNvSpPr txBox="1"/>
          <p:nvPr/>
        </p:nvSpPr>
        <p:spPr>
          <a:xfrm>
            <a:off x="7346025" y="3608800"/>
            <a:ext cx="1072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 know what you did, Matija, and you are approaching your doom!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